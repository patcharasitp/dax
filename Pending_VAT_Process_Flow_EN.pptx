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spc="400" kern="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PENDING VAT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2423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0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Pending VAT Claim Process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3291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600" dirty="0">
                <a:solidFill>
                  <a:srgbClr val="77736B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How receipts and tax invoices move from the follow-up teams to the weekly 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and DTAC follow-up teams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360000">
            <a:off x="8732520" y="23317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AFAF8"/>
          </a:solidFill>
          <a:ln w="28575">
            <a:solidFill>
              <a:srgbClr val="B85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-360000">
            <a:off x="8732520" y="233172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strike="sngStrike" dirty="0">
                <a:solidFill>
                  <a:srgbClr val="A9A49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Pending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3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Waiting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spc="100" kern="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Process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77736B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Every pending item takes one of three paths and ends with the Report Owner. Printed e-Tax copies also go to Accounting daily.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VAT claim process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1325880" cy="54864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Pending VAT item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3246120"/>
            <a:ext cx="1371600" cy="914400"/>
          </a:xfrm>
          <a:prstGeom prst="flowChartDecision">
            <a:avLst/>
          </a:prstGeom>
          <a:solidFill>
            <a:srgbClr val="F6E9E3"/>
          </a:solidFill>
          <a:ln w="1270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TRUE or DTAC?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2148840"/>
            <a:ext cx="1371600" cy="914400"/>
          </a:xfrm>
          <a:prstGeom prst="flowChartDecision">
            <a:avLst/>
          </a:prstGeom>
          <a:solidFill>
            <a:srgbClr val="F6E9E3"/>
          </a:solidFill>
          <a:ln w="1270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e-Tax or paper?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40680" y="1691640"/>
            <a:ext cx="1737360" cy="68580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e-Tax email and print PDF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Follow-up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2834640"/>
            <a:ext cx="1737360" cy="73152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 and open paper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Intake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Follow-up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2258568"/>
            <a:ext cx="1600200" cy="68580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data into tracking file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Follow-up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0" y="2258568"/>
            <a:ext cx="2011680" cy="685800"/>
          </a:xfrm>
          <a:prstGeom prst="flowChartInputOutput">
            <a:avLst/>
          </a:prstGeom>
          <a:solidFill>
            <a:srgbClr val="F1EFEA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Send tracking file daily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Report Owner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4453128"/>
            <a:ext cx="1737360" cy="68580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data into tracking file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DTAC Follow-up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0920" y="4453128"/>
            <a:ext cx="1920240" cy="685800"/>
          </a:xfrm>
          <a:prstGeom prst="flowChartInputOutput">
            <a:avLst/>
          </a:prstGeom>
          <a:solidFill>
            <a:srgbClr val="F1EFEA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Send tracking file every Wed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Report Owner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0" y="3310128"/>
            <a:ext cx="1828800" cy="77724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Consolidate, set status Pending → Waiting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Owner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18320" y="4453128"/>
            <a:ext cx="2011680" cy="685800"/>
          </a:xfrm>
          <a:prstGeom prst="flowChartInputOutput">
            <a:avLst/>
          </a:prstGeom>
          <a:solidFill>
            <a:srgbClr val="F1EFEA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Update report every Fri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Owner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65792" y="5413248"/>
            <a:ext cx="1325880" cy="4572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703320"/>
            <a:ext cx="32004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2834640" y="2606040"/>
            <a:ext cx="0" cy="64008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2606040"/>
            <a:ext cx="9601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907792" y="28529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4160520"/>
            <a:ext cx="0" cy="635508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4796028"/>
            <a:ext cx="260604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907792" y="4224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DTAC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V="1">
            <a:off x="4480560" y="2034540"/>
            <a:ext cx="0" cy="11430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2034540"/>
            <a:ext cx="9601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0" y="18013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e-Tax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3063240"/>
            <a:ext cx="0" cy="132588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3195828"/>
            <a:ext cx="9601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572000" y="32186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Paper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2034540"/>
            <a:ext cx="155448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3195828"/>
            <a:ext cx="155448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33488" y="2034540"/>
            <a:ext cx="0" cy="1161288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33488" y="2601468"/>
            <a:ext cx="164592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098280" y="2601468"/>
            <a:ext cx="45720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178040" y="4796028"/>
            <a:ext cx="32004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8321040" y="3698748"/>
            <a:ext cx="0" cy="75438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3698748"/>
            <a:ext cx="11887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424160" y="2944368"/>
            <a:ext cx="0" cy="36576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424160" y="4087368"/>
            <a:ext cx="0" cy="36576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424160" y="5138928"/>
            <a:ext cx="0" cy="27432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94360" y="5943600"/>
            <a:ext cx="502920" cy="256032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70432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/ End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423160" y="5943600"/>
            <a:ext cx="502920" cy="256032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99232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251960" y="5943600"/>
            <a:ext cx="502920" cy="256032"/>
          </a:xfrm>
          <a:prstGeom prst="flowChartInputOutput">
            <a:avLst/>
          </a:prstGeom>
          <a:solidFill>
            <a:srgbClr val="F1EFEA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28032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/ Output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80760" y="5943600"/>
            <a:ext cx="384048" cy="256032"/>
          </a:xfrm>
          <a:prstGeom prst="flowChartDecision">
            <a:avLst/>
          </a:prstGeom>
          <a:solidFill>
            <a:srgbClr val="F6E9E3"/>
          </a:solidFill>
          <a:ln w="1270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37960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spc="100" kern="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e-Tax documents (TRUE)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77736B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Search the group mailboxes; once found, the file goes to the Report Owner and the printed copy to Accounting.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VAT claim process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1234440" cy="54864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Pending TRUE item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2971800"/>
            <a:ext cx="1783080" cy="82296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Search group mailboxes by company or contact</a:t>
            </a:r>
            <a:endParaRPr lang="en-US" sz="10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Follow-up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2903220"/>
            <a:ext cx="1325880" cy="960120"/>
          </a:xfrm>
          <a:prstGeom prst="flowChartDecision">
            <a:avLst/>
          </a:prstGeom>
          <a:solidFill>
            <a:srgbClr val="F6E9E3"/>
          </a:solidFill>
          <a:ln w="1270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Email found?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77640" y="4480560"/>
            <a:ext cx="1508760" cy="73152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 status Pending, follow up again</a:t>
            </a:r>
            <a:endParaRPr lang="en-US" sz="10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Follow-up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2994660"/>
            <a:ext cx="1600200" cy="77724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Download PDF and print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Follow-up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1874520"/>
            <a:ext cx="1874520" cy="731520"/>
          </a:xfrm>
          <a:prstGeom prst="flowChartInputOutput">
            <a:avLst/>
          </a:prstGeom>
          <a:solidFill>
            <a:srgbClr val="F1EFEA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Send printed copy daily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Accounting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29800" y="2011680"/>
            <a:ext cx="1234440" cy="4572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0" y="2994660"/>
            <a:ext cx="1783080" cy="77724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data into tracking file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Follow-up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0" y="2994660"/>
            <a:ext cx="1920240" cy="777240"/>
          </a:xfrm>
          <a:prstGeom prst="flowChartInputOutput">
            <a:avLst/>
          </a:prstGeom>
          <a:solidFill>
            <a:srgbClr val="F1EFEA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Send tracking file daily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Report Owner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30968" y="4572000"/>
            <a:ext cx="1234440" cy="4572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37360" y="3383280"/>
            <a:ext cx="2743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94760" y="3383280"/>
            <a:ext cx="2743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94960" y="3383280"/>
            <a:ext cx="2743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22392" y="3108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2020" y="3863340"/>
            <a:ext cx="0" cy="61722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809744" y="39502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903220" y="4846320"/>
            <a:ext cx="10744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903220" y="3794760"/>
            <a:ext cx="0" cy="1051560"/>
          </a:xfrm>
          <a:prstGeom prst="line">
            <a:avLst/>
          </a:prstGeom>
          <a:noFill/>
          <a:ln w="15875">
            <a:solidFill>
              <a:srgbClr val="A9A49A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971800" y="4617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69480" y="3383280"/>
            <a:ext cx="4114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7470648" y="2240280"/>
            <a:ext cx="0" cy="114300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70648" y="2240280"/>
            <a:ext cx="210312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55480" y="2240280"/>
            <a:ext cx="2743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464040" y="3383280"/>
            <a:ext cx="22860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648188" y="3771900"/>
            <a:ext cx="0" cy="80010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69080"/>
            <a:ext cx="2194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178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Group mailboxes searched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" y="45262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8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ETAX_TRUE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36776" y="45262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36776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8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ETAX_Receipt_SM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8368" y="487375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8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ETAX_Invoice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636776" y="487375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36776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8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CPN_TRUE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" y="5221224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5221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8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IBC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636776" y="5221224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36776" y="5221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8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" y="5943600"/>
            <a:ext cx="502920" cy="256032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70432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/ End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23160" y="5943600"/>
            <a:ext cx="502920" cy="256032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99232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51960" y="5943600"/>
            <a:ext cx="502920" cy="256032"/>
          </a:xfrm>
          <a:prstGeom prst="flowChartInputOutput">
            <a:avLst/>
          </a:prstGeom>
          <a:solidFill>
            <a:srgbClr val="F1EFEA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28032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/ Output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80760" y="5943600"/>
            <a:ext cx="384048" cy="256032"/>
          </a:xfrm>
          <a:prstGeom prst="flowChartDecision">
            <a:avLst/>
          </a:prstGeom>
          <a:solidFill>
            <a:srgbClr val="F6E9E3"/>
          </a:solidFill>
          <a:ln w="1270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37960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spc="100" kern="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Paper documents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77736B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Physical receipts and tax invoices are sorted first, then keyed by the team of the right entity.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VAT claim process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1325880" cy="54864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Paper documents arrive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2811780"/>
            <a:ext cx="1645920" cy="77724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 incoming documents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Intake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2811780"/>
            <a:ext cx="1645920" cy="77724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and sort by company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Follow-up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720340"/>
            <a:ext cx="1371600" cy="960120"/>
          </a:xfrm>
          <a:prstGeom prst="flowChartDecision">
            <a:avLst/>
          </a:prstGeom>
          <a:solidFill>
            <a:srgbClr val="F6E9E3"/>
          </a:solidFill>
          <a:ln w="1270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TRUE or DTAC?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2811780"/>
            <a:ext cx="1645920" cy="77724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data into tracking file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Follow-up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0" y="2811780"/>
            <a:ext cx="1828800" cy="777240"/>
          </a:xfrm>
          <a:prstGeom prst="flowChartInputOutput">
            <a:avLst/>
          </a:prstGeom>
          <a:solidFill>
            <a:srgbClr val="F1EFEA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Send tracking file daily</a:t>
            </a:r>
            <a:endParaRPr lang="en-US" sz="11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Report Owner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89820" y="4434840"/>
            <a:ext cx="1234440" cy="4572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4343400"/>
            <a:ext cx="1737360" cy="731520"/>
          </a:xfrm>
          <a:prstGeom prst="flowChartInputOutput">
            <a:avLst/>
          </a:prstGeom>
          <a:solidFill>
            <a:srgbClr val="F1EFEA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Hand over to DTAC Follow-up</a:t>
            </a:r>
            <a:endParaRPr lang="en-US" sz="10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continues on the DTAC path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3200400"/>
            <a:ext cx="2743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49040" y="3200400"/>
            <a:ext cx="2743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0" y="3200400"/>
            <a:ext cx="27432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3200400"/>
            <a:ext cx="45720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360920" y="29260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3680460"/>
            <a:ext cx="0" cy="66294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702552" y="3767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DTAC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18320" y="3200400"/>
            <a:ext cx="32004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607040" y="3589020"/>
            <a:ext cx="0" cy="84582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94360" y="5943600"/>
            <a:ext cx="502920" cy="256032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70432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/ 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23160" y="5943600"/>
            <a:ext cx="502920" cy="256032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99232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51960" y="5943600"/>
            <a:ext cx="502920" cy="256032"/>
          </a:xfrm>
          <a:prstGeom prst="flowChartInputOutput">
            <a:avLst/>
          </a:prstGeom>
          <a:solidFill>
            <a:srgbClr val="F1EFEA"/>
          </a:solidFill>
          <a:ln w="12700">
            <a:solidFill>
              <a:srgbClr val="CFCA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/ Output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5943600"/>
            <a:ext cx="384048" cy="256032"/>
          </a:xfrm>
          <a:prstGeom prst="flowChartDecision">
            <a:avLst/>
          </a:prstGeom>
          <a:solidFill>
            <a:srgbClr val="F6E9E3"/>
          </a:solidFill>
          <a:ln w="12700">
            <a:solidFill>
              <a:srgbClr val="B850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5971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spc="100" kern="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Weekly rhythm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77736B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Files arrive every day from TRUE and on Wednesday from DTAC; the report is updated on Friday.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VAT claim process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2057400" cy="2971800"/>
          </a:xfrm>
          <a:prstGeom prst="roundRect">
            <a:avLst>
              <a:gd name="adj" fmla="val 4444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828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34640" y="2240280"/>
            <a:ext cx="2057400" cy="2971800"/>
          </a:xfrm>
          <a:prstGeom prst="roundRect">
            <a:avLst>
              <a:gd name="adj" fmla="val 4444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828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74920" y="2240280"/>
            <a:ext cx="2057400" cy="2971800"/>
          </a:xfrm>
          <a:prstGeom prst="roundRect">
            <a:avLst>
              <a:gd name="adj" fmla="val 4444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828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Thu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2240280"/>
            <a:ext cx="2057400" cy="2971800"/>
          </a:xfrm>
          <a:prstGeom prst="roundRect">
            <a:avLst>
              <a:gd name="adj" fmla="val 4444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1828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55480" y="2240280"/>
            <a:ext cx="2057400" cy="2971800"/>
          </a:xfrm>
          <a:prstGeom prst="roundRect">
            <a:avLst>
              <a:gd name="adj" fmla="val 4444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46888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468880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Daily   </a:t>
            </a:r>
            <a:pPr indent="0" marL="0">
              <a:buNone/>
            </a:pPr>
            <a:r>
              <a:rPr lang="en-US" altLang="en-US" sz="15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Follow-up sends tracking files to the Report Owner and printed copies to Accounting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184648" y="3520440"/>
            <a:ext cx="18379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B85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7528" y="372160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DTAC Follow-up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67528" y="4178808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777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Keys data and sends the tracking file to the Report Owner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65208" y="3520440"/>
            <a:ext cx="1837944" cy="1554480"/>
          </a:xfrm>
          <a:prstGeom prst="roundRect">
            <a:avLst>
              <a:gd name="adj" fmla="val 4706"/>
            </a:avLst>
          </a:prstGeom>
          <a:solidFill>
            <a:srgbClr val="B8502E"/>
          </a:solidFill>
          <a:ln w="15875">
            <a:solidFill>
              <a:srgbClr val="B85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372160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 Owner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48088" y="4178808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Updates the Pending VAT report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spc="100" kern="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 and responsibilities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77736B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The process is described by role, so it stays the same when people change.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VAT claim process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0868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6900" y="207568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 Intake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690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Sorts incoming paper documents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628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1660" y="207568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TRUE Follow-up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166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e-Tax group mailboxes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and sorts paper by company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Keys data and sends the file daily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0388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6420" y="207568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BD&amp;T Follow-up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642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BD&amp;T amounts for TRUE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0868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6900" y="41788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DTAC Follow-up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6900" y="4663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Follows up DTAC documents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Keys data and sends the file every Wednesday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35628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85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1660" y="41788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 Owner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91660" y="4663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Consolidates all tracking files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Changes status Pending → Waiting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Updates the report every Friday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0388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6420" y="41788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Accounting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86420" y="4663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Receives printed e-Tax copies daily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spc="100" kern="0" dirty="0">
                <a:solidFill>
                  <a:srgbClr val="B850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Appendix: current role owners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77736B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Update this page when people change. The process pages stay as they are.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VAT claim process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000" dirty="0">
                <a:solidFill>
                  <a:srgbClr val="A9A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7773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7773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owner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2331720"/>
            <a:ext cx="6949440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 Intake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พี่ไอซ์</a:t>
            </a:r>
            <a:endParaRPr lang="th-TH" sz="1400" dirty="0"/>
          </a:p>
        </p:txBody>
      </p:sp>
      <p:sp>
        <p:nvSpPr>
          <p:cNvPr id="12" name="Shape 10"/>
          <p:cNvSpPr/>
          <p:nvPr/>
        </p:nvSpPr>
        <p:spPr>
          <a:xfrm>
            <a:off x="2651760" y="2834640"/>
            <a:ext cx="6949440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953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TRUE Follow-up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953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แพร, น้องนิว</a:t>
            </a:r>
            <a:endParaRPr lang="th-TH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3337560"/>
            <a:ext cx="6949440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BD&amp;T Follow-up (TRUE)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พี่นุช</a:t>
            </a:r>
            <a:endParaRPr lang="th-TH" sz="1400" dirty="0"/>
          </a:p>
        </p:txBody>
      </p:sp>
      <p:sp>
        <p:nvSpPr>
          <p:cNvPr id="18" name="Shape 16"/>
          <p:cNvSpPr/>
          <p:nvPr/>
        </p:nvSpPr>
        <p:spPr>
          <a:xfrm>
            <a:off x="2651760" y="3840480"/>
            <a:ext cx="6949440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DTAC Follow-up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พี่บิว</a:t>
            </a:r>
            <a:endParaRPr lang="th-TH" sz="1400" dirty="0"/>
          </a:p>
        </p:txBody>
      </p:sp>
      <p:sp>
        <p:nvSpPr>
          <p:cNvPr id="21" name="Shape 19"/>
          <p:cNvSpPr/>
          <p:nvPr/>
        </p:nvSpPr>
        <p:spPr>
          <a:xfrm>
            <a:off x="2651760" y="4343400"/>
            <a:ext cx="6949440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4462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 Owner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4462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น้องนิว</a:t>
            </a:r>
            <a:endParaRPr lang="th-TH" sz="1400" dirty="0"/>
          </a:p>
        </p:txBody>
      </p:sp>
      <p:sp>
        <p:nvSpPr>
          <p:cNvPr id="24" name="Shape 22"/>
          <p:cNvSpPr/>
          <p:nvPr/>
        </p:nvSpPr>
        <p:spPr>
          <a:xfrm>
            <a:off x="2651760" y="4846320"/>
            <a:ext cx="6949440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4965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2322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Accounting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4965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2322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team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51760" y="5349240"/>
            <a:ext cx="6949440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Pending VAT Claim Process</dc:title>
  <dc:subject>PptxGenJS Presentation</dc:subject>
  <dc:creator>PptxGenJS</dc:creator>
  <cp:lastModifiedBy>PptxGenJS</cp:lastModifiedBy>
  <cp:revision>1</cp:revision>
  <dcterms:created xsi:type="dcterms:W3CDTF">2026-09-24T09:51:05Z</dcterms:created>
  <dcterms:modified xsi:type="dcterms:W3CDTF">2026-09-24T09:51:05Z</dcterms:modified>
</cp:coreProperties>
</file>